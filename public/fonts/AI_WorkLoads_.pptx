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4572000" cy="4572000"/>
          </a:xfrm>
          <a:prstGeom prst="ellipse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 WorkLoads 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2743200" cy="381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2BCF5"/>
                </a:solidFill>
              </a:rPr>
              <a:t>AI-Powered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Introduction to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Definition of Artificial Intelligence (AI)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History and evolution of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Current state of AI and its 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Importance of AI in modern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Types of AI Workloads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Machine Learning (ML) for predictive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Computer Vision for image and video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Natural Language Processing (NLP) for text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Generative AI for creating new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Machine Learning Workloads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Supervised and unsupervised learning techniques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Deep learning and neural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Model training and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Common ML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Computer Vision Workloads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Image classification and object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Image segmentation and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Video analysis and surveillance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Applications in healthcare and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NLP and Generative AI Workloads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Text analysis and sentiment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Language translation and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Content creation and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Applications in customer service and marketing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Identifying Appropriate AI Workload for Business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Assessing business needs and goals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Evaluating data quality and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Selecting the right AI workload for the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Considerations for scalability and reliability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Responsible AI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Fairness and bias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Reliability and safety considerations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Privacy and security measures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Inclusiveness and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Responsible AI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Accountability and explainability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Human oversight and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Continuous monitoring and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Addressing AI-related risks and challenges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Risk Considerations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Data privacy and security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Bias and fairness concerns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Job displacement and workforce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Regulatory and compliance risks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Overview of Azure AI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Azure Machine Learning (AML)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Azure Computer Vision and NLP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Azure Cognitive Services and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Integration with other Azure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Azure AI Services vs Azure OpenAI Service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Key features and differences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Use cases for each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Pricing and cost considerations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Integration with other Azure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Introduction to Azure AI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Overview of Azure AI Studio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Simplified AI development and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Integration with Azure AI services and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Getting started with Azure AI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