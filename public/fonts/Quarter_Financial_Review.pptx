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1371600"/>
            <a:ext cx="4572000" cy="4572000"/>
          </a:xfrm>
          <a:prstGeom prst="ellipse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Quarter Financial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77639"/>
            <a:ext cx="2743200" cy="381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2BCF5"/>
                </a:solidFill>
              </a:rPr>
              <a:t>AI-Powered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Revenue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5156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05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10% increase in quarterly revenue compared to last year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45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Strong demand for our core products and 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8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New customer acquisitions contributed to 20% of revenue growth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2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Average order value increased by 15% due to upselling and cross-selling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515600" cy="254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05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Focus on expanding into new markets and geographies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45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Investing in digital transformation to enhance customer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8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Developing strategic partnerships to drive growth and innovation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2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Continuing to optimize operations and improve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515600" cy="25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05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Added 20 new team members to support business growth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45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Launched new training and development programs to enhance skills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8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Improved employee engagement and retention through feedback and recognition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109728" cy="1645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2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Promoted 5 team members to leadership positions to drive growth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Outlook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515600" cy="2540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2286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3055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Expecting continued revenue growth of 8-10% for the next quarter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0312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945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Planning to launch new products and services to drive innovation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4320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585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Monitoring market trends and adjusting strategy as needed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515600" cy="530352"/>
          </a:xfrm>
          <a:prstGeom prst="rect">
            <a:avLst/>
          </a:prstGeom>
          <a:solidFill>
            <a:srgbClr val="1A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3280"/>
            <a:ext cx="109728" cy="164592"/>
          </a:xfrm>
          <a:prstGeom prst="rect">
            <a:avLst/>
          </a:prstGeom>
          <a:solidFill>
            <a:srgbClr val="358E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258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0D8E8"/>
                </a:solidFill>
              </a:rPr>
              <a:t>Confident in achieving annual revenue targets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