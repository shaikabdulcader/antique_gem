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Q3 Financial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by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Growth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Key point 1 about Revenue Growth</a:t>
            </a:r>
          </a:p>
          <a:p>
            <a:pPr/>
            <a:r>
              <a:t>Key point 2 about Revenue Growth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Key point 1 about Market Strategy</a:t>
            </a:r>
          </a:p>
          <a:p>
            <a:pPr/>
            <a:r>
              <a:t>Key point 2 about Market Strategy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Key point 1 about Team Highlights</a:t>
            </a:r>
          </a:p>
          <a:p>
            <a:pPr/>
            <a:r>
              <a:t>Key point 2 about Team Highlights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Q4 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Key point 1 about Q4 Goals</a:t>
            </a:r>
          </a:p>
          <a:p>
            <a:pPr/>
            <a:r>
              <a:t>Key point 2 about Q4 Goals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